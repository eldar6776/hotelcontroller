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50" d="100"/>
          <a:sy n="50" d="100"/>
        </p:scale>
        <p:origin x="366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4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36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14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5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2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6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8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8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0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86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0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35E0E-49A5-435A-A786-EA382C640EC6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12F6E-0496-45CE-BD8D-4688D34CC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0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D707C65-34FB-1FA3-109A-32F47BE2358C}"/>
              </a:ext>
            </a:extLst>
          </p:cNvPr>
          <p:cNvSpPr/>
          <p:nvPr/>
        </p:nvSpPr>
        <p:spPr>
          <a:xfrm>
            <a:off x="1624012" y="2514601"/>
            <a:ext cx="3609975" cy="1609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F7DCB-22EC-3AE1-E9F8-574849370F84}"/>
              </a:ext>
            </a:extLst>
          </p:cNvPr>
          <p:cNvSpPr txBox="1"/>
          <p:nvPr/>
        </p:nvSpPr>
        <p:spPr>
          <a:xfrm>
            <a:off x="1624011" y="2923997"/>
            <a:ext cx="355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/>
            <a:r>
              <a:rPr lang="bs-Latn-BA" sz="800" b="1" dirty="0"/>
              <a:t>1. </a:t>
            </a:r>
            <a:r>
              <a:rPr lang="en-US" sz="800" b="1" dirty="0" err="1"/>
              <a:t>Isključite</a:t>
            </a:r>
            <a:r>
              <a:rPr lang="en-US" sz="800" b="1" dirty="0"/>
              <a:t>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sa</a:t>
            </a:r>
            <a:r>
              <a:rPr lang="en-US" sz="800" b="1" dirty="0"/>
              <a:t> </a:t>
            </a:r>
            <a:r>
              <a:rPr lang="en-US" sz="800" b="1" dirty="0" err="1"/>
              <a:t>napajanja</a:t>
            </a:r>
            <a:r>
              <a:rPr lang="en-US" sz="800" b="1" dirty="0"/>
              <a:t>. </a:t>
            </a:r>
            <a:r>
              <a:rPr lang="en-US" sz="800" b="1" dirty="0" err="1"/>
              <a:t>Pritisnite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držite</a:t>
            </a:r>
            <a:r>
              <a:rPr lang="en-US" sz="800" b="1" dirty="0"/>
              <a:t>, </a:t>
            </a:r>
            <a:r>
              <a:rPr lang="en-US" sz="800" b="1" dirty="0" err="1"/>
              <a:t>zatim</a:t>
            </a:r>
            <a:r>
              <a:rPr lang="en-US" sz="800" b="1" dirty="0"/>
              <a:t> </a:t>
            </a:r>
            <a:r>
              <a:rPr lang="en-US" sz="800" b="1" dirty="0" err="1"/>
              <a:t>uključite</a:t>
            </a:r>
            <a:r>
              <a:rPr lang="en-US" sz="800" b="1" dirty="0"/>
              <a:t> </a:t>
            </a:r>
            <a:r>
              <a:rPr lang="bs-Latn-BA" sz="800" b="1" dirty="0"/>
              <a:t>   </a:t>
            </a:r>
            <a:r>
              <a:rPr lang="en-US" sz="800" b="1" dirty="0" err="1"/>
              <a:t>napajanje</a:t>
            </a:r>
            <a:r>
              <a:rPr lang="en-US" sz="800" b="1" dirty="0"/>
              <a:t>. </a:t>
            </a:r>
            <a:r>
              <a:rPr lang="en-US" sz="800" b="1" dirty="0" err="1"/>
              <a:t>Držite</a:t>
            </a:r>
            <a:r>
              <a:rPr lang="en-US" sz="800" b="1" dirty="0"/>
              <a:t> taster </a:t>
            </a:r>
            <a:r>
              <a:rPr lang="en-US" sz="800" b="1" dirty="0" err="1"/>
              <a:t>pritisnut</a:t>
            </a:r>
            <a:r>
              <a:rPr lang="en-US" sz="800" b="1" dirty="0"/>
              <a:t> </a:t>
            </a:r>
            <a:r>
              <a:rPr lang="en-US" sz="800" b="1" dirty="0" err="1"/>
              <a:t>još</a:t>
            </a:r>
            <a:r>
              <a:rPr lang="en-US" sz="800" b="1" dirty="0"/>
              <a:t> 5 </a:t>
            </a:r>
            <a:r>
              <a:rPr lang="en-US" sz="800" b="1" dirty="0" err="1"/>
              <a:t>sekundi</a:t>
            </a:r>
            <a:r>
              <a:rPr lang="en-US" sz="800" b="1" dirty="0"/>
              <a:t> </a:t>
            </a:r>
            <a:r>
              <a:rPr lang="en-US" sz="800" b="1" dirty="0" err="1"/>
              <a:t>nakon</a:t>
            </a:r>
            <a:r>
              <a:rPr lang="en-US" sz="800" b="1" dirty="0"/>
              <a:t> </a:t>
            </a:r>
            <a:r>
              <a:rPr lang="en-US" sz="800" b="1" dirty="0" err="1"/>
              <a:t>paljenja</a:t>
            </a:r>
            <a:r>
              <a:rPr lang="en-US" sz="800" b="1" dirty="0"/>
              <a:t>.</a:t>
            </a:r>
            <a:endParaRPr lang="bs-Latn-BA" sz="800" b="1" dirty="0"/>
          </a:p>
          <a:p>
            <a:r>
              <a:rPr lang="en-US" sz="800" b="1" dirty="0"/>
              <a:t>2. Na </a:t>
            </a:r>
            <a:r>
              <a:rPr lang="en-US" sz="800" b="1" dirty="0" err="1"/>
              <a:t>mobitelu</a:t>
            </a:r>
            <a:r>
              <a:rPr lang="en-US" sz="800" b="1" dirty="0"/>
              <a:t> </a:t>
            </a:r>
            <a:r>
              <a:rPr lang="en-US" sz="800" b="1" dirty="0" err="1"/>
              <a:t>ili</a:t>
            </a:r>
            <a:r>
              <a:rPr lang="en-US" sz="800" b="1" dirty="0"/>
              <a:t> </a:t>
            </a:r>
            <a:r>
              <a:rPr lang="en-US" sz="800" b="1" dirty="0" err="1"/>
              <a:t>laptopu</a:t>
            </a:r>
            <a:r>
              <a:rPr lang="en-US" sz="800" b="1" dirty="0"/>
              <a:t> </a:t>
            </a:r>
            <a:r>
              <a:rPr lang="en-US" sz="800" b="1" dirty="0" err="1"/>
              <a:t>pronađite</a:t>
            </a:r>
            <a:r>
              <a:rPr lang="en-US" sz="800" b="1" dirty="0"/>
              <a:t>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 pod </a:t>
            </a:r>
            <a:r>
              <a:rPr lang="en-US" sz="800" b="1" dirty="0" err="1"/>
              <a:t>nazivom</a:t>
            </a:r>
            <a:r>
              <a:rPr lang="en-US" sz="800" b="1" dirty="0"/>
              <a:t> **`</a:t>
            </a:r>
            <a:endParaRPr lang="bs-Latn-BA" sz="800" b="1" dirty="0"/>
          </a:p>
          <a:p>
            <a:r>
              <a:rPr lang="bs-Latn-BA" sz="800" b="1" dirty="0"/>
              <a:t>     </a:t>
            </a:r>
            <a:r>
              <a:rPr lang="en-US" sz="800" b="1" dirty="0" err="1"/>
              <a:t>HotelController_Setup</a:t>
            </a:r>
            <a:r>
              <a:rPr lang="en-US" sz="800" b="1" dirty="0"/>
              <a:t>`**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povežite</a:t>
            </a:r>
            <a:r>
              <a:rPr lang="en-US" sz="800" b="1" dirty="0"/>
              <a:t> se (</a:t>
            </a:r>
            <a:r>
              <a:rPr lang="en-US" sz="800" b="1" dirty="0" err="1"/>
              <a:t>mreža</a:t>
            </a:r>
            <a:r>
              <a:rPr lang="en-US" sz="800" b="1" dirty="0"/>
              <a:t> je </a:t>
            </a:r>
            <a:r>
              <a:rPr lang="en-US" sz="800" b="1" dirty="0" err="1"/>
              <a:t>otvorena</a:t>
            </a:r>
            <a:r>
              <a:rPr lang="en-US" sz="800" b="1" dirty="0"/>
              <a:t>).</a:t>
            </a:r>
            <a:endParaRPr lang="bs-Latn-BA" sz="800" b="1" dirty="0"/>
          </a:p>
          <a:p>
            <a:r>
              <a:rPr lang="en-US" sz="800" b="1" dirty="0"/>
              <a:t>3. </a:t>
            </a:r>
            <a:r>
              <a:rPr lang="en-US" sz="800" b="1" dirty="0" err="1"/>
              <a:t>Otvorite</a:t>
            </a:r>
            <a:r>
              <a:rPr lang="en-US" sz="800" b="1" dirty="0"/>
              <a:t> internet </a:t>
            </a:r>
            <a:r>
              <a:rPr lang="en-US" sz="800" b="1" dirty="0" err="1"/>
              <a:t>pretraživač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unesite</a:t>
            </a:r>
            <a:r>
              <a:rPr lang="en-US" sz="800" b="1" dirty="0"/>
              <a:t> IP </a:t>
            </a:r>
            <a:r>
              <a:rPr lang="en-US" sz="800" b="1" dirty="0" err="1"/>
              <a:t>adresu</a:t>
            </a:r>
            <a:r>
              <a:rPr lang="en-US" sz="800" b="1" dirty="0"/>
              <a:t> **`192.168.4.1`**.</a:t>
            </a:r>
            <a:endParaRPr lang="bs-Latn-BA" sz="800" b="1" dirty="0"/>
          </a:p>
          <a:p>
            <a:r>
              <a:rPr lang="en-US" sz="800" b="1" dirty="0"/>
              <a:t>4. </a:t>
            </a:r>
            <a:r>
              <a:rPr lang="en-US" sz="800" b="1" dirty="0" err="1"/>
              <a:t>Kliknite</a:t>
            </a:r>
            <a:r>
              <a:rPr lang="en-US" sz="800" b="1" dirty="0"/>
              <a:t> </a:t>
            </a:r>
            <a:r>
              <a:rPr lang="en-US" sz="800" b="1" dirty="0" err="1"/>
              <a:t>na</a:t>
            </a:r>
            <a:r>
              <a:rPr lang="en-US" sz="800" b="1" dirty="0"/>
              <a:t> "Configure </a:t>
            </a:r>
            <a:r>
              <a:rPr lang="en-US" sz="800" b="1" dirty="0" err="1"/>
              <a:t>WiFi</a:t>
            </a:r>
            <a:r>
              <a:rPr lang="en-US" sz="800" b="1" dirty="0"/>
              <a:t>", </a:t>
            </a:r>
            <a:r>
              <a:rPr lang="en-US" sz="800" b="1" dirty="0" err="1"/>
              <a:t>odaberite</a:t>
            </a:r>
            <a:r>
              <a:rPr lang="en-US" sz="800" b="1" dirty="0"/>
              <a:t> </a:t>
            </a:r>
            <a:r>
              <a:rPr lang="en-US" sz="800" b="1" dirty="0" err="1"/>
              <a:t>željenu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,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unesite</a:t>
            </a:r>
            <a:r>
              <a:rPr lang="en-US" sz="800" b="1" dirty="0"/>
              <a:t> </a:t>
            </a:r>
            <a:r>
              <a:rPr lang="en-US" sz="800" b="1" dirty="0" err="1"/>
              <a:t>lozinku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kliknite</a:t>
            </a:r>
            <a:r>
              <a:rPr lang="en-US" sz="800" b="1" dirty="0"/>
              <a:t> "Save".</a:t>
            </a:r>
            <a:endParaRPr lang="bs-Latn-BA" sz="800" b="1" dirty="0"/>
          </a:p>
          <a:p>
            <a:r>
              <a:rPr lang="en-US" sz="800" b="1" dirty="0"/>
              <a:t>5.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će</a:t>
            </a:r>
            <a:r>
              <a:rPr lang="en-US" sz="800" b="1" dirty="0"/>
              <a:t> </a:t>
            </a:r>
            <a:r>
              <a:rPr lang="en-US" sz="800" b="1" dirty="0" err="1"/>
              <a:t>snimiti</a:t>
            </a:r>
            <a:r>
              <a:rPr lang="en-US" sz="800" b="1" dirty="0"/>
              <a:t> </a:t>
            </a:r>
            <a:r>
              <a:rPr lang="en-US" sz="800" b="1" dirty="0" err="1"/>
              <a:t>postavke</a:t>
            </a:r>
            <a:r>
              <a:rPr lang="en-US" sz="800" b="1" dirty="0"/>
              <a:t>, </a:t>
            </a:r>
            <a:r>
              <a:rPr lang="en-US" sz="800" b="1" dirty="0" err="1"/>
              <a:t>restartovati</a:t>
            </a:r>
            <a:r>
              <a:rPr lang="en-US" sz="800" b="1" dirty="0"/>
              <a:t> se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automatski</a:t>
            </a:r>
            <a:r>
              <a:rPr lang="en-US" sz="800" b="1" dirty="0"/>
              <a:t> </a:t>
            </a:r>
            <a:r>
              <a:rPr lang="en-US" sz="800" b="1" dirty="0" err="1"/>
              <a:t>koristiti</a:t>
            </a:r>
            <a:r>
              <a:rPr lang="en-US" sz="800" b="1" dirty="0"/>
              <a:t>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kao</a:t>
            </a:r>
            <a:r>
              <a:rPr lang="en-US" sz="800" b="1" dirty="0"/>
              <a:t> </a:t>
            </a:r>
            <a:r>
              <a:rPr lang="en-US" sz="800" b="1" dirty="0" err="1"/>
              <a:t>primarnu</a:t>
            </a:r>
            <a:r>
              <a:rPr lang="en-US" sz="800" b="1" dirty="0"/>
              <a:t> </a:t>
            </a:r>
            <a:r>
              <a:rPr lang="en-US" sz="800" b="1" dirty="0" err="1"/>
              <a:t>konekciju</a:t>
            </a:r>
            <a:r>
              <a:rPr lang="en-US" sz="800" b="1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A2C615-3781-593C-36B4-305433ED3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613" y="2546260"/>
            <a:ext cx="966004" cy="173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82BC63-07DE-9FA1-3DB5-DCEF6FC6A29B}"/>
              </a:ext>
            </a:extLst>
          </p:cNvPr>
          <p:cNvSpPr txBox="1"/>
          <p:nvPr/>
        </p:nvSpPr>
        <p:spPr>
          <a:xfrm>
            <a:off x="4079017" y="2665913"/>
            <a:ext cx="1181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JUBERA</a:t>
            </a:r>
            <a:r>
              <a:rPr lang="bs-Latn-BA" sz="600" b="1" dirty="0">
                <a:latin typeface="Arial" panose="020B0604020202020204" pitchFamily="34" charset="0"/>
                <a:cs typeface="Arial" panose="020B0604020202020204" pitchFamily="34" charset="0"/>
              </a:rPr>
              <a:t> d.o.o. Sarajevo</a:t>
            </a:r>
          </a:p>
          <a:p>
            <a:pPr algn="ctr"/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www.imedia.ba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4F1A36-269E-2B25-F388-B696BD46E39D}"/>
              </a:ext>
            </a:extLst>
          </p:cNvPr>
          <p:cNvSpPr txBox="1"/>
          <p:nvPr/>
        </p:nvSpPr>
        <p:spPr>
          <a:xfrm>
            <a:off x="1624011" y="2546259"/>
            <a:ext cx="1287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LUX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-T-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ETH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POE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3B3FA9-555E-A5B6-3C4A-BD3CCCCB7E57}"/>
              </a:ext>
            </a:extLst>
          </p:cNvPr>
          <p:cNvSpPr/>
          <p:nvPr/>
        </p:nvSpPr>
        <p:spPr>
          <a:xfrm>
            <a:off x="1624012" y="1956614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bs-Latn-BA" dirty="0"/>
              <a:t>  &lt; </a:t>
            </a:r>
            <a:r>
              <a:rPr lang="bs-Latn-BA" dirty="0" err="1"/>
              <a:t>WIFI</a:t>
            </a:r>
            <a:r>
              <a:rPr lang="bs-Latn-BA" dirty="0"/>
              <a:t> </a:t>
            </a:r>
            <a:r>
              <a:rPr lang="bs-Latn-BA" dirty="0" err="1"/>
              <a:t>CONFIG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560F2-09D2-BF72-0435-70BF4F6DF32F}"/>
              </a:ext>
            </a:extLst>
          </p:cNvPr>
          <p:cNvSpPr/>
          <p:nvPr/>
        </p:nvSpPr>
        <p:spPr>
          <a:xfrm>
            <a:off x="1624012" y="1429698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s-Latn-BA" dirty="0"/>
              <a:t>                    </a:t>
            </a:r>
            <a:r>
              <a:rPr lang="bs-Latn-BA" dirty="0" err="1"/>
              <a:t>ETH</a:t>
            </a:r>
            <a:r>
              <a:rPr lang="bs-Latn-BA" dirty="0"/>
              <a:t>                      </a:t>
            </a:r>
            <a:r>
              <a:rPr lang="bs-Latn-BA" dirty="0" err="1"/>
              <a:t>220Vac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84E7BE-125E-4998-0C5A-92D6FD9017F5}"/>
              </a:ext>
            </a:extLst>
          </p:cNvPr>
          <p:cNvSpPr/>
          <p:nvPr/>
        </p:nvSpPr>
        <p:spPr>
          <a:xfrm>
            <a:off x="1650999" y="5851084"/>
            <a:ext cx="3609975" cy="1609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72A8F-0771-EF3B-CAAB-0B7272FB82E3}"/>
              </a:ext>
            </a:extLst>
          </p:cNvPr>
          <p:cNvSpPr txBox="1"/>
          <p:nvPr/>
        </p:nvSpPr>
        <p:spPr>
          <a:xfrm>
            <a:off x="1650998" y="6260480"/>
            <a:ext cx="355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/>
            <a:r>
              <a:rPr lang="bs-Latn-BA" sz="800" b="1" dirty="0"/>
              <a:t>1. </a:t>
            </a:r>
            <a:r>
              <a:rPr lang="en-US" sz="800" b="1" dirty="0" err="1"/>
              <a:t>Isključite</a:t>
            </a:r>
            <a:r>
              <a:rPr lang="en-US" sz="800" b="1" dirty="0"/>
              <a:t>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sa</a:t>
            </a:r>
            <a:r>
              <a:rPr lang="en-US" sz="800" b="1" dirty="0"/>
              <a:t> </a:t>
            </a:r>
            <a:r>
              <a:rPr lang="en-US" sz="800" b="1" dirty="0" err="1"/>
              <a:t>napajanja</a:t>
            </a:r>
            <a:r>
              <a:rPr lang="en-US" sz="800" b="1" dirty="0"/>
              <a:t>. </a:t>
            </a:r>
            <a:r>
              <a:rPr lang="en-US" sz="800" b="1" dirty="0" err="1"/>
              <a:t>Pritisnite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držite</a:t>
            </a:r>
            <a:r>
              <a:rPr lang="en-US" sz="800" b="1" dirty="0"/>
              <a:t>, </a:t>
            </a:r>
            <a:r>
              <a:rPr lang="en-US" sz="800" b="1" dirty="0" err="1"/>
              <a:t>zatim</a:t>
            </a:r>
            <a:r>
              <a:rPr lang="en-US" sz="800" b="1" dirty="0"/>
              <a:t> </a:t>
            </a:r>
            <a:r>
              <a:rPr lang="en-US" sz="800" b="1" dirty="0" err="1"/>
              <a:t>uključite</a:t>
            </a:r>
            <a:r>
              <a:rPr lang="en-US" sz="800" b="1" dirty="0"/>
              <a:t> </a:t>
            </a:r>
            <a:r>
              <a:rPr lang="bs-Latn-BA" sz="800" b="1" dirty="0"/>
              <a:t>   </a:t>
            </a:r>
            <a:r>
              <a:rPr lang="en-US" sz="800" b="1" dirty="0" err="1"/>
              <a:t>napajanje</a:t>
            </a:r>
            <a:r>
              <a:rPr lang="en-US" sz="800" b="1" dirty="0"/>
              <a:t>. </a:t>
            </a:r>
            <a:r>
              <a:rPr lang="en-US" sz="800" b="1" dirty="0" err="1"/>
              <a:t>Držite</a:t>
            </a:r>
            <a:r>
              <a:rPr lang="en-US" sz="800" b="1" dirty="0"/>
              <a:t> taster </a:t>
            </a:r>
            <a:r>
              <a:rPr lang="en-US" sz="800" b="1" dirty="0" err="1"/>
              <a:t>pritisnut</a:t>
            </a:r>
            <a:r>
              <a:rPr lang="en-US" sz="800" b="1" dirty="0"/>
              <a:t> </a:t>
            </a:r>
            <a:r>
              <a:rPr lang="en-US" sz="800" b="1" dirty="0" err="1"/>
              <a:t>još</a:t>
            </a:r>
            <a:r>
              <a:rPr lang="en-US" sz="800" b="1" dirty="0"/>
              <a:t> 5 </a:t>
            </a:r>
            <a:r>
              <a:rPr lang="en-US" sz="800" b="1" dirty="0" err="1"/>
              <a:t>sekundi</a:t>
            </a:r>
            <a:r>
              <a:rPr lang="en-US" sz="800" b="1" dirty="0"/>
              <a:t> </a:t>
            </a:r>
            <a:r>
              <a:rPr lang="en-US" sz="800" b="1" dirty="0" err="1"/>
              <a:t>nakon</a:t>
            </a:r>
            <a:r>
              <a:rPr lang="en-US" sz="800" b="1" dirty="0"/>
              <a:t> </a:t>
            </a:r>
            <a:r>
              <a:rPr lang="en-US" sz="800" b="1" dirty="0" err="1"/>
              <a:t>paljenja</a:t>
            </a:r>
            <a:r>
              <a:rPr lang="en-US" sz="800" b="1" dirty="0"/>
              <a:t>.</a:t>
            </a:r>
            <a:endParaRPr lang="bs-Latn-BA" sz="800" b="1" dirty="0"/>
          </a:p>
          <a:p>
            <a:r>
              <a:rPr lang="en-US" sz="800" b="1" dirty="0"/>
              <a:t>2. Na </a:t>
            </a:r>
            <a:r>
              <a:rPr lang="en-US" sz="800" b="1" dirty="0" err="1"/>
              <a:t>mobitelu</a:t>
            </a:r>
            <a:r>
              <a:rPr lang="en-US" sz="800" b="1" dirty="0"/>
              <a:t> </a:t>
            </a:r>
            <a:r>
              <a:rPr lang="en-US" sz="800" b="1" dirty="0" err="1"/>
              <a:t>ili</a:t>
            </a:r>
            <a:r>
              <a:rPr lang="en-US" sz="800" b="1" dirty="0"/>
              <a:t> </a:t>
            </a:r>
            <a:r>
              <a:rPr lang="en-US" sz="800" b="1" dirty="0" err="1"/>
              <a:t>laptopu</a:t>
            </a:r>
            <a:r>
              <a:rPr lang="en-US" sz="800" b="1" dirty="0"/>
              <a:t> </a:t>
            </a:r>
            <a:r>
              <a:rPr lang="en-US" sz="800" b="1" dirty="0" err="1"/>
              <a:t>pronađite</a:t>
            </a:r>
            <a:r>
              <a:rPr lang="en-US" sz="800" b="1" dirty="0"/>
              <a:t>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 pod </a:t>
            </a:r>
            <a:r>
              <a:rPr lang="en-US" sz="800" b="1" dirty="0" err="1"/>
              <a:t>nazivom</a:t>
            </a:r>
            <a:r>
              <a:rPr lang="en-US" sz="800" b="1" dirty="0"/>
              <a:t> **`</a:t>
            </a:r>
            <a:endParaRPr lang="bs-Latn-BA" sz="800" b="1" dirty="0"/>
          </a:p>
          <a:p>
            <a:r>
              <a:rPr lang="bs-Latn-BA" sz="800" b="1" dirty="0"/>
              <a:t>     </a:t>
            </a:r>
            <a:r>
              <a:rPr lang="en-US" sz="800" b="1" dirty="0" err="1"/>
              <a:t>HotelController_Setup</a:t>
            </a:r>
            <a:r>
              <a:rPr lang="en-US" sz="800" b="1" dirty="0"/>
              <a:t>`**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povežite</a:t>
            </a:r>
            <a:r>
              <a:rPr lang="en-US" sz="800" b="1" dirty="0"/>
              <a:t> se (</a:t>
            </a:r>
            <a:r>
              <a:rPr lang="en-US" sz="800" b="1" dirty="0" err="1"/>
              <a:t>mreža</a:t>
            </a:r>
            <a:r>
              <a:rPr lang="en-US" sz="800" b="1" dirty="0"/>
              <a:t> je </a:t>
            </a:r>
            <a:r>
              <a:rPr lang="en-US" sz="800" b="1" dirty="0" err="1"/>
              <a:t>otvorena</a:t>
            </a:r>
            <a:r>
              <a:rPr lang="en-US" sz="800" b="1" dirty="0"/>
              <a:t>).</a:t>
            </a:r>
            <a:endParaRPr lang="bs-Latn-BA" sz="800" b="1" dirty="0"/>
          </a:p>
          <a:p>
            <a:r>
              <a:rPr lang="en-US" sz="800" b="1" dirty="0"/>
              <a:t>3. </a:t>
            </a:r>
            <a:r>
              <a:rPr lang="en-US" sz="800" b="1" dirty="0" err="1"/>
              <a:t>Otvorite</a:t>
            </a:r>
            <a:r>
              <a:rPr lang="en-US" sz="800" b="1" dirty="0"/>
              <a:t> internet </a:t>
            </a:r>
            <a:r>
              <a:rPr lang="en-US" sz="800" b="1" dirty="0" err="1"/>
              <a:t>pretraživač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unesite</a:t>
            </a:r>
            <a:r>
              <a:rPr lang="en-US" sz="800" b="1" dirty="0"/>
              <a:t> IP </a:t>
            </a:r>
            <a:r>
              <a:rPr lang="en-US" sz="800" b="1" dirty="0" err="1"/>
              <a:t>adresu</a:t>
            </a:r>
            <a:r>
              <a:rPr lang="en-US" sz="800" b="1" dirty="0"/>
              <a:t> **`192.168.4.1`**.</a:t>
            </a:r>
            <a:endParaRPr lang="bs-Latn-BA" sz="800" b="1" dirty="0"/>
          </a:p>
          <a:p>
            <a:r>
              <a:rPr lang="en-US" sz="800" b="1" dirty="0"/>
              <a:t>4. </a:t>
            </a:r>
            <a:r>
              <a:rPr lang="en-US" sz="800" b="1" dirty="0" err="1"/>
              <a:t>Kliknite</a:t>
            </a:r>
            <a:r>
              <a:rPr lang="en-US" sz="800" b="1" dirty="0"/>
              <a:t> </a:t>
            </a:r>
            <a:r>
              <a:rPr lang="en-US" sz="800" b="1" dirty="0" err="1"/>
              <a:t>na</a:t>
            </a:r>
            <a:r>
              <a:rPr lang="en-US" sz="800" b="1" dirty="0"/>
              <a:t> "Configure </a:t>
            </a:r>
            <a:r>
              <a:rPr lang="en-US" sz="800" b="1" dirty="0" err="1"/>
              <a:t>WiFi</a:t>
            </a:r>
            <a:r>
              <a:rPr lang="en-US" sz="800" b="1" dirty="0"/>
              <a:t>", </a:t>
            </a:r>
            <a:r>
              <a:rPr lang="en-US" sz="800" b="1" dirty="0" err="1"/>
              <a:t>odaberite</a:t>
            </a:r>
            <a:r>
              <a:rPr lang="en-US" sz="800" b="1" dirty="0"/>
              <a:t> </a:t>
            </a:r>
            <a:r>
              <a:rPr lang="en-US" sz="800" b="1" dirty="0" err="1"/>
              <a:t>željenu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,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unesite</a:t>
            </a:r>
            <a:r>
              <a:rPr lang="en-US" sz="800" b="1" dirty="0"/>
              <a:t> </a:t>
            </a:r>
            <a:r>
              <a:rPr lang="en-US" sz="800" b="1" dirty="0" err="1"/>
              <a:t>lozinku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kliknite</a:t>
            </a:r>
            <a:r>
              <a:rPr lang="en-US" sz="800" b="1" dirty="0"/>
              <a:t> "Save".</a:t>
            </a:r>
            <a:endParaRPr lang="bs-Latn-BA" sz="800" b="1" dirty="0"/>
          </a:p>
          <a:p>
            <a:r>
              <a:rPr lang="en-US" sz="800" b="1" dirty="0"/>
              <a:t>5.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će</a:t>
            </a:r>
            <a:r>
              <a:rPr lang="en-US" sz="800" b="1" dirty="0"/>
              <a:t> </a:t>
            </a:r>
            <a:r>
              <a:rPr lang="en-US" sz="800" b="1" dirty="0" err="1"/>
              <a:t>snimiti</a:t>
            </a:r>
            <a:r>
              <a:rPr lang="en-US" sz="800" b="1" dirty="0"/>
              <a:t> </a:t>
            </a:r>
            <a:r>
              <a:rPr lang="en-US" sz="800" b="1" dirty="0" err="1"/>
              <a:t>postavke</a:t>
            </a:r>
            <a:r>
              <a:rPr lang="en-US" sz="800" b="1" dirty="0"/>
              <a:t>, </a:t>
            </a:r>
            <a:r>
              <a:rPr lang="en-US" sz="800" b="1" dirty="0" err="1"/>
              <a:t>restartovati</a:t>
            </a:r>
            <a:r>
              <a:rPr lang="en-US" sz="800" b="1" dirty="0"/>
              <a:t> se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automatski</a:t>
            </a:r>
            <a:r>
              <a:rPr lang="en-US" sz="800" b="1" dirty="0"/>
              <a:t> </a:t>
            </a:r>
            <a:r>
              <a:rPr lang="en-US" sz="800" b="1" dirty="0" err="1"/>
              <a:t>koristiti</a:t>
            </a:r>
            <a:r>
              <a:rPr lang="en-US" sz="800" b="1" dirty="0"/>
              <a:t>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kao</a:t>
            </a:r>
            <a:r>
              <a:rPr lang="en-US" sz="800" b="1" dirty="0"/>
              <a:t> </a:t>
            </a:r>
            <a:r>
              <a:rPr lang="en-US" sz="800" b="1" dirty="0" err="1"/>
              <a:t>primarnu</a:t>
            </a:r>
            <a:r>
              <a:rPr lang="en-US" sz="800" b="1" dirty="0"/>
              <a:t> </a:t>
            </a:r>
            <a:r>
              <a:rPr lang="en-US" sz="800" b="1" dirty="0" err="1"/>
              <a:t>konekciju</a:t>
            </a:r>
            <a:r>
              <a:rPr lang="en-US" sz="800" b="1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42D408-05CE-BC10-9D6A-6666B647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600" y="5882743"/>
            <a:ext cx="966004" cy="1730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2DBA3F-7C29-16AA-6CA9-2C4975F33F22}"/>
              </a:ext>
            </a:extLst>
          </p:cNvPr>
          <p:cNvSpPr txBox="1"/>
          <p:nvPr/>
        </p:nvSpPr>
        <p:spPr>
          <a:xfrm>
            <a:off x="4106004" y="6002396"/>
            <a:ext cx="1181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JUBERA</a:t>
            </a:r>
            <a:r>
              <a:rPr lang="bs-Latn-BA" sz="600" b="1" dirty="0">
                <a:latin typeface="Arial" panose="020B0604020202020204" pitchFamily="34" charset="0"/>
                <a:cs typeface="Arial" panose="020B0604020202020204" pitchFamily="34" charset="0"/>
              </a:rPr>
              <a:t> d.o.o. Sarajevo</a:t>
            </a:r>
          </a:p>
          <a:p>
            <a:pPr algn="ctr"/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www.imedia.ba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ED738C-0039-87CA-F24F-17F577A259F5}"/>
              </a:ext>
            </a:extLst>
          </p:cNvPr>
          <p:cNvSpPr txBox="1"/>
          <p:nvPr/>
        </p:nvSpPr>
        <p:spPr>
          <a:xfrm>
            <a:off x="1650998" y="5882742"/>
            <a:ext cx="1287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LUX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-T-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ETH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POE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FE13B2-1080-F411-B807-0F199DD28A21}"/>
              </a:ext>
            </a:extLst>
          </p:cNvPr>
          <p:cNvSpPr/>
          <p:nvPr/>
        </p:nvSpPr>
        <p:spPr>
          <a:xfrm>
            <a:off x="1650999" y="5293097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bs-Latn-BA" dirty="0"/>
              <a:t>  &lt; </a:t>
            </a:r>
            <a:r>
              <a:rPr lang="bs-Latn-BA" dirty="0" err="1"/>
              <a:t>WIFI</a:t>
            </a:r>
            <a:r>
              <a:rPr lang="bs-Latn-BA" dirty="0"/>
              <a:t> </a:t>
            </a:r>
            <a:r>
              <a:rPr lang="bs-Latn-BA" dirty="0" err="1"/>
              <a:t>CONFIG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EF72F8-2724-7B6E-D25E-2DFCFB87A5CC}"/>
              </a:ext>
            </a:extLst>
          </p:cNvPr>
          <p:cNvSpPr/>
          <p:nvPr/>
        </p:nvSpPr>
        <p:spPr>
          <a:xfrm>
            <a:off x="1650999" y="4766181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s-Latn-BA" dirty="0"/>
              <a:t>                    </a:t>
            </a:r>
            <a:r>
              <a:rPr lang="bs-Latn-BA" dirty="0" err="1"/>
              <a:t>ETH</a:t>
            </a:r>
            <a:r>
              <a:rPr lang="bs-Latn-BA" dirty="0"/>
              <a:t>                      </a:t>
            </a:r>
            <a:r>
              <a:rPr lang="bs-Latn-BA" dirty="0" err="1"/>
              <a:t>220Vac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98F299-692E-3274-2753-FD19BECFFA11}"/>
              </a:ext>
            </a:extLst>
          </p:cNvPr>
          <p:cNvSpPr/>
          <p:nvPr/>
        </p:nvSpPr>
        <p:spPr>
          <a:xfrm>
            <a:off x="1677986" y="9365093"/>
            <a:ext cx="3609975" cy="16097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330A7A-8613-3AE5-ED59-E90777269C57}"/>
              </a:ext>
            </a:extLst>
          </p:cNvPr>
          <p:cNvSpPr txBox="1"/>
          <p:nvPr/>
        </p:nvSpPr>
        <p:spPr>
          <a:xfrm>
            <a:off x="1677985" y="9774489"/>
            <a:ext cx="355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/>
            <a:r>
              <a:rPr lang="bs-Latn-BA" sz="800" b="1" dirty="0"/>
              <a:t>1. </a:t>
            </a:r>
            <a:r>
              <a:rPr lang="en-US" sz="800" b="1" dirty="0" err="1"/>
              <a:t>Isključite</a:t>
            </a:r>
            <a:r>
              <a:rPr lang="en-US" sz="800" b="1" dirty="0"/>
              <a:t>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sa</a:t>
            </a:r>
            <a:r>
              <a:rPr lang="en-US" sz="800" b="1" dirty="0"/>
              <a:t> </a:t>
            </a:r>
            <a:r>
              <a:rPr lang="en-US" sz="800" b="1" dirty="0" err="1"/>
              <a:t>napajanja</a:t>
            </a:r>
            <a:r>
              <a:rPr lang="en-US" sz="800" b="1" dirty="0"/>
              <a:t>. </a:t>
            </a:r>
            <a:r>
              <a:rPr lang="en-US" sz="800" b="1" dirty="0" err="1"/>
              <a:t>Pritisnite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držite</a:t>
            </a:r>
            <a:r>
              <a:rPr lang="en-US" sz="800" b="1" dirty="0"/>
              <a:t>, </a:t>
            </a:r>
            <a:r>
              <a:rPr lang="en-US" sz="800" b="1" dirty="0" err="1"/>
              <a:t>zatim</a:t>
            </a:r>
            <a:r>
              <a:rPr lang="en-US" sz="800" b="1" dirty="0"/>
              <a:t> </a:t>
            </a:r>
            <a:r>
              <a:rPr lang="en-US" sz="800" b="1" dirty="0" err="1"/>
              <a:t>uključite</a:t>
            </a:r>
            <a:r>
              <a:rPr lang="en-US" sz="800" b="1" dirty="0"/>
              <a:t> </a:t>
            </a:r>
            <a:r>
              <a:rPr lang="bs-Latn-BA" sz="800" b="1" dirty="0"/>
              <a:t>   </a:t>
            </a:r>
            <a:r>
              <a:rPr lang="en-US" sz="800" b="1" dirty="0" err="1"/>
              <a:t>napajanje</a:t>
            </a:r>
            <a:r>
              <a:rPr lang="en-US" sz="800" b="1" dirty="0"/>
              <a:t>. </a:t>
            </a:r>
            <a:r>
              <a:rPr lang="en-US" sz="800" b="1" dirty="0" err="1"/>
              <a:t>Držite</a:t>
            </a:r>
            <a:r>
              <a:rPr lang="en-US" sz="800" b="1" dirty="0"/>
              <a:t> taster </a:t>
            </a:r>
            <a:r>
              <a:rPr lang="en-US" sz="800" b="1" dirty="0" err="1"/>
              <a:t>pritisnut</a:t>
            </a:r>
            <a:r>
              <a:rPr lang="en-US" sz="800" b="1" dirty="0"/>
              <a:t> </a:t>
            </a:r>
            <a:r>
              <a:rPr lang="en-US" sz="800" b="1" dirty="0" err="1"/>
              <a:t>još</a:t>
            </a:r>
            <a:r>
              <a:rPr lang="en-US" sz="800" b="1" dirty="0"/>
              <a:t> 5 </a:t>
            </a:r>
            <a:r>
              <a:rPr lang="en-US" sz="800" b="1" dirty="0" err="1"/>
              <a:t>sekundi</a:t>
            </a:r>
            <a:r>
              <a:rPr lang="en-US" sz="800" b="1" dirty="0"/>
              <a:t> </a:t>
            </a:r>
            <a:r>
              <a:rPr lang="en-US" sz="800" b="1" dirty="0" err="1"/>
              <a:t>nakon</a:t>
            </a:r>
            <a:r>
              <a:rPr lang="en-US" sz="800" b="1" dirty="0"/>
              <a:t> </a:t>
            </a:r>
            <a:r>
              <a:rPr lang="en-US" sz="800" b="1" dirty="0" err="1"/>
              <a:t>paljenja</a:t>
            </a:r>
            <a:r>
              <a:rPr lang="en-US" sz="800" b="1" dirty="0"/>
              <a:t>.</a:t>
            </a:r>
            <a:endParaRPr lang="bs-Latn-BA" sz="800" b="1" dirty="0"/>
          </a:p>
          <a:p>
            <a:r>
              <a:rPr lang="en-US" sz="800" b="1" dirty="0"/>
              <a:t>2. Na </a:t>
            </a:r>
            <a:r>
              <a:rPr lang="en-US" sz="800" b="1" dirty="0" err="1"/>
              <a:t>mobitelu</a:t>
            </a:r>
            <a:r>
              <a:rPr lang="en-US" sz="800" b="1" dirty="0"/>
              <a:t> </a:t>
            </a:r>
            <a:r>
              <a:rPr lang="en-US" sz="800" b="1" dirty="0" err="1"/>
              <a:t>ili</a:t>
            </a:r>
            <a:r>
              <a:rPr lang="en-US" sz="800" b="1" dirty="0"/>
              <a:t> </a:t>
            </a:r>
            <a:r>
              <a:rPr lang="en-US" sz="800" b="1" dirty="0" err="1"/>
              <a:t>laptopu</a:t>
            </a:r>
            <a:r>
              <a:rPr lang="en-US" sz="800" b="1" dirty="0"/>
              <a:t> </a:t>
            </a:r>
            <a:r>
              <a:rPr lang="en-US" sz="800" b="1" dirty="0" err="1"/>
              <a:t>pronađite</a:t>
            </a:r>
            <a:r>
              <a:rPr lang="en-US" sz="800" b="1" dirty="0"/>
              <a:t>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 pod </a:t>
            </a:r>
            <a:r>
              <a:rPr lang="en-US" sz="800" b="1" dirty="0" err="1"/>
              <a:t>nazivom</a:t>
            </a:r>
            <a:r>
              <a:rPr lang="en-US" sz="800" b="1" dirty="0"/>
              <a:t> **`</a:t>
            </a:r>
            <a:endParaRPr lang="bs-Latn-BA" sz="800" b="1" dirty="0"/>
          </a:p>
          <a:p>
            <a:r>
              <a:rPr lang="bs-Latn-BA" sz="800" b="1" dirty="0"/>
              <a:t>     </a:t>
            </a:r>
            <a:r>
              <a:rPr lang="en-US" sz="800" b="1" dirty="0" err="1"/>
              <a:t>HotelController_Setup</a:t>
            </a:r>
            <a:r>
              <a:rPr lang="en-US" sz="800" b="1" dirty="0"/>
              <a:t>`**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povežite</a:t>
            </a:r>
            <a:r>
              <a:rPr lang="en-US" sz="800" b="1" dirty="0"/>
              <a:t> se (</a:t>
            </a:r>
            <a:r>
              <a:rPr lang="en-US" sz="800" b="1" dirty="0" err="1"/>
              <a:t>mreža</a:t>
            </a:r>
            <a:r>
              <a:rPr lang="en-US" sz="800" b="1" dirty="0"/>
              <a:t> je </a:t>
            </a:r>
            <a:r>
              <a:rPr lang="en-US" sz="800" b="1" dirty="0" err="1"/>
              <a:t>otvorena</a:t>
            </a:r>
            <a:r>
              <a:rPr lang="en-US" sz="800" b="1" dirty="0"/>
              <a:t>).</a:t>
            </a:r>
            <a:endParaRPr lang="bs-Latn-BA" sz="800" b="1" dirty="0"/>
          </a:p>
          <a:p>
            <a:r>
              <a:rPr lang="en-US" sz="800" b="1" dirty="0"/>
              <a:t>3. </a:t>
            </a:r>
            <a:r>
              <a:rPr lang="en-US" sz="800" b="1" dirty="0" err="1"/>
              <a:t>Otvorite</a:t>
            </a:r>
            <a:r>
              <a:rPr lang="en-US" sz="800" b="1" dirty="0"/>
              <a:t> internet </a:t>
            </a:r>
            <a:r>
              <a:rPr lang="en-US" sz="800" b="1" dirty="0" err="1"/>
              <a:t>pretraživač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unesite</a:t>
            </a:r>
            <a:r>
              <a:rPr lang="en-US" sz="800" b="1" dirty="0"/>
              <a:t> IP </a:t>
            </a:r>
            <a:r>
              <a:rPr lang="en-US" sz="800" b="1" dirty="0" err="1"/>
              <a:t>adresu</a:t>
            </a:r>
            <a:r>
              <a:rPr lang="en-US" sz="800" b="1" dirty="0"/>
              <a:t> **`192.168.4.1`**.</a:t>
            </a:r>
            <a:endParaRPr lang="bs-Latn-BA" sz="800" b="1" dirty="0"/>
          </a:p>
          <a:p>
            <a:r>
              <a:rPr lang="en-US" sz="800" b="1" dirty="0"/>
              <a:t>4. </a:t>
            </a:r>
            <a:r>
              <a:rPr lang="en-US" sz="800" b="1" dirty="0" err="1"/>
              <a:t>Kliknite</a:t>
            </a:r>
            <a:r>
              <a:rPr lang="en-US" sz="800" b="1" dirty="0"/>
              <a:t> </a:t>
            </a:r>
            <a:r>
              <a:rPr lang="en-US" sz="800" b="1" dirty="0" err="1"/>
              <a:t>na</a:t>
            </a:r>
            <a:r>
              <a:rPr lang="en-US" sz="800" b="1" dirty="0"/>
              <a:t> "Configure </a:t>
            </a:r>
            <a:r>
              <a:rPr lang="en-US" sz="800" b="1" dirty="0" err="1"/>
              <a:t>WiFi</a:t>
            </a:r>
            <a:r>
              <a:rPr lang="en-US" sz="800" b="1" dirty="0"/>
              <a:t>", </a:t>
            </a:r>
            <a:r>
              <a:rPr lang="en-US" sz="800" b="1" dirty="0" err="1"/>
              <a:t>odaberite</a:t>
            </a:r>
            <a:r>
              <a:rPr lang="en-US" sz="800" b="1" dirty="0"/>
              <a:t> </a:t>
            </a:r>
            <a:r>
              <a:rPr lang="en-US" sz="800" b="1" dirty="0" err="1"/>
              <a:t>željenu</a:t>
            </a:r>
            <a:r>
              <a:rPr lang="en-US" sz="800" b="1" dirty="0"/>
              <a:t> </a:t>
            </a:r>
            <a:r>
              <a:rPr lang="en-US" sz="800" b="1" dirty="0" err="1"/>
              <a:t>mrežu</a:t>
            </a:r>
            <a:r>
              <a:rPr lang="en-US" sz="800" b="1" dirty="0"/>
              <a:t>,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unesite</a:t>
            </a:r>
            <a:r>
              <a:rPr lang="en-US" sz="800" b="1" dirty="0"/>
              <a:t> </a:t>
            </a:r>
            <a:r>
              <a:rPr lang="en-US" sz="800" b="1" dirty="0" err="1"/>
              <a:t>lozinku</a:t>
            </a:r>
            <a:r>
              <a:rPr lang="en-US" sz="800" b="1" dirty="0"/>
              <a:t>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kliknite</a:t>
            </a:r>
            <a:r>
              <a:rPr lang="en-US" sz="800" b="1" dirty="0"/>
              <a:t> "Save".</a:t>
            </a:r>
            <a:endParaRPr lang="bs-Latn-BA" sz="800" b="1" dirty="0"/>
          </a:p>
          <a:p>
            <a:r>
              <a:rPr lang="en-US" sz="800" b="1" dirty="0"/>
              <a:t>5. </a:t>
            </a:r>
            <a:r>
              <a:rPr lang="en-US" sz="800" b="1" dirty="0" err="1"/>
              <a:t>Uređaj</a:t>
            </a:r>
            <a:r>
              <a:rPr lang="en-US" sz="800" b="1" dirty="0"/>
              <a:t> </a:t>
            </a:r>
            <a:r>
              <a:rPr lang="en-US" sz="800" b="1" dirty="0" err="1"/>
              <a:t>će</a:t>
            </a:r>
            <a:r>
              <a:rPr lang="en-US" sz="800" b="1" dirty="0"/>
              <a:t> </a:t>
            </a:r>
            <a:r>
              <a:rPr lang="en-US" sz="800" b="1" dirty="0" err="1"/>
              <a:t>snimiti</a:t>
            </a:r>
            <a:r>
              <a:rPr lang="en-US" sz="800" b="1" dirty="0"/>
              <a:t> </a:t>
            </a:r>
            <a:r>
              <a:rPr lang="en-US" sz="800" b="1" dirty="0" err="1"/>
              <a:t>postavke</a:t>
            </a:r>
            <a:r>
              <a:rPr lang="en-US" sz="800" b="1" dirty="0"/>
              <a:t>, </a:t>
            </a:r>
            <a:r>
              <a:rPr lang="en-US" sz="800" b="1" dirty="0" err="1"/>
              <a:t>restartovati</a:t>
            </a:r>
            <a:r>
              <a:rPr lang="en-US" sz="800" b="1" dirty="0"/>
              <a:t> se </a:t>
            </a:r>
            <a:r>
              <a:rPr lang="en-US" sz="800" b="1" dirty="0" err="1"/>
              <a:t>i</a:t>
            </a:r>
            <a:r>
              <a:rPr lang="en-US" sz="800" b="1" dirty="0"/>
              <a:t> </a:t>
            </a:r>
            <a:r>
              <a:rPr lang="en-US" sz="800" b="1" dirty="0" err="1"/>
              <a:t>automatski</a:t>
            </a:r>
            <a:r>
              <a:rPr lang="en-US" sz="800" b="1" dirty="0"/>
              <a:t> </a:t>
            </a:r>
            <a:r>
              <a:rPr lang="en-US" sz="800" b="1" dirty="0" err="1"/>
              <a:t>koristiti</a:t>
            </a:r>
            <a:r>
              <a:rPr lang="en-US" sz="800" b="1" dirty="0"/>
              <a:t> </a:t>
            </a:r>
            <a:endParaRPr lang="bs-Latn-BA" sz="800" b="1" dirty="0"/>
          </a:p>
          <a:p>
            <a:r>
              <a:rPr lang="bs-Latn-BA" sz="800" b="1" dirty="0"/>
              <a:t>      </a:t>
            </a:r>
            <a:r>
              <a:rPr lang="en-US" sz="800" b="1" dirty="0" err="1"/>
              <a:t>WiFi</a:t>
            </a:r>
            <a:r>
              <a:rPr lang="en-US" sz="800" b="1" dirty="0"/>
              <a:t> </a:t>
            </a:r>
            <a:r>
              <a:rPr lang="en-US" sz="800" b="1" dirty="0" err="1"/>
              <a:t>kao</a:t>
            </a:r>
            <a:r>
              <a:rPr lang="en-US" sz="800" b="1" dirty="0"/>
              <a:t> </a:t>
            </a:r>
            <a:r>
              <a:rPr lang="en-US" sz="800" b="1" dirty="0" err="1"/>
              <a:t>primarnu</a:t>
            </a:r>
            <a:r>
              <a:rPr lang="en-US" sz="800" b="1" dirty="0"/>
              <a:t> </a:t>
            </a:r>
            <a:r>
              <a:rPr lang="en-US" sz="800" b="1" dirty="0" err="1"/>
              <a:t>konekciju</a:t>
            </a:r>
            <a:r>
              <a:rPr lang="en-US" sz="800" b="1" dirty="0"/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8C2FB4-BE16-AD78-1F02-644941E21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587" y="9396752"/>
            <a:ext cx="966004" cy="1730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1332A8-241A-AA20-BD89-894FA9BFCDF1}"/>
              </a:ext>
            </a:extLst>
          </p:cNvPr>
          <p:cNvSpPr txBox="1"/>
          <p:nvPr/>
        </p:nvSpPr>
        <p:spPr>
          <a:xfrm>
            <a:off x="4132991" y="9516405"/>
            <a:ext cx="11819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JUBERA</a:t>
            </a:r>
            <a:r>
              <a:rPr lang="bs-Latn-BA" sz="600" b="1" dirty="0">
                <a:latin typeface="Arial" panose="020B0604020202020204" pitchFamily="34" charset="0"/>
                <a:cs typeface="Arial" panose="020B0604020202020204" pitchFamily="34" charset="0"/>
              </a:rPr>
              <a:t> d.o.o. Sarajevo</a:t>
            </a:r>
          </a:p>
          <a:p>
            <a:pPr algn="ctr"/>
            <a:r>
              <a:rPr lang="bs-Latn-BA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www.imedia.ba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A2562B-8F91-75E6-87F8-178875AC1011}"/>
              </a:ext>
            </a:extLst>
          </p:cNvPr>
          <p:cNvSpPr txBox="1"/>
          <p:nvPr/>
        </p:nvSpPr>
        <p:spPr>
          <a:xfrm>
            <a:off x="1677985" y="9396751"/>
            <a:ext cx="12877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LUX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-T-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ETH</a:t>
            </a:r>
            <a:r>
              <a:rPr lang="bs-Latn-BA" sz="8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bs-Latn-BA" sz="800" b="1" dirty="0" err="1">
                <a:latin typeface="Arial" panose="020B0604020202020204" pitchFamily="34" charset="0"/>
                <a:cs typeface="Arial" panose="020B0604020202020204" pitchFamily="34" charset="0"/>
              </a:rPr>
              <a:t>POE</a:t>
            </a:r>
            <a:endParaRPr 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925DDD-09A4-E758-ADDD-62A42193C3D0}"/>
              </a:ext>
            </a:extLst>
          </p:cNvPr>
          <p:cNvSpPr/>
          <p:nvPr/>
        </p:nvSpPr>
        <p:spPr>
          <a:xfrm>
            <a:off x="1677986" y="8807106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bs-Latn-BA" dirty="0"/>
              <a:t>  &lt; </a:t>
            </a:r>
            <a:r>
              <a:rPr lang="bs-Latn-BA" dirty="0" err="1"/>
              <a:t>WIFI</a:t>
            </a:r>
            <a:r>
              <a:rPr lang="bs-Latn-BA" dirty="0"/>
              <a:t> </a:t>
            </a:r>
            <a:r>
              <a:rPr lang="bs-Latn-BA" dirty="0" err="1"/>
              <a:t>CONFIG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01B061-F6C5-ABA2-D02E-72E4DAB681EA}"/>
              </a:ext>
            </a:extLst>
          </p:cNvPr>
          <p:cNvSpPr/>
          <p:nvPr/>
        </p:nvSpPr>
        <p:spPr>
          <a:xfrm>
            <a:off x="1677986" y="8280190"/>
            <a:ext cx="3609975" cy="297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bs-Latn-BA" dirty="0"/>
              <a:t>                    </a:t>
            </a:r>
            <a:r>
              <a:rPr lang="bs-Latn-BA" dirty="0" err="1"/>
              <a:t>ETH</a:t>
            </a:r>
            <a:r>
              <a:rPr lang="bs-Latn-BA" dirty="0"/>
              <a:t>                      </a:t>
            </a:r>
            <a:r>
              <a:rPr lang="bs-Latn-BA" dirty="0" err="1"/>
              <a:t>220Vac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9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360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Eldar Dedić</dc:creator>
  <cp:lastModifiedBy>Eldar Dedić</cp:lastModifiedBy>
  <cp:revision>3</cp:revision>
  <cp:lastPrinted>2026-01-08T13:47:49Z</cp:lastPrinted>
  <dcterms:created xsi:type="dcterms:W3CDTF">2026-01-08T13:22:46Z</dcterms:created>
  <dcterms:modified xsi:type="dcterms:W3CDTF">2026-01-08T15:48:21Z</dcterms:modified>
</cp:coreProperties>
</file>